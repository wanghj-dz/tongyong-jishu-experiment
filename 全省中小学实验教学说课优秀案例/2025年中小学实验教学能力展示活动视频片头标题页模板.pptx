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p15="http://schemas.microsoft.com/office/powerpoint/2012/main" xmlns:r="http://schemas.openxmlformats.org/officeDocument/2006/relationships" xmlns:a="http://schemas.openxmlformats.org/drawingml/2006/main" xmlns:mc="http://schemas.openxmlformats.org/markup-compatibility/2006" firstSlideNum="1" mc:Ignorable="p15">
  <p:sldMasterIdLst>
    <p:sldMasterId id="2147483648" r:id="rId0"/>
  </p:sldMasterIdLst>
  <p:notesMasterIdLst>
    <p:notesMasterId r:id="rId2"/>
  </p:notesMasterIdLst>
  <p:sldIdLst>
    <p:sldId id="256" r:id="rId1"/>
  </p:sldIdLst>
  <p:sldSz cx="12192000" cy="6858000" type="screen16x9"/>
  <p:notesSz cx="6858000" cy="9144000"/>
  <p:defaultTextStyle>
    <a:defPPr>
      <a:defRPr lang="zh-CN"/>
    </a:defPPr>
    <a:lvl1pPr marL="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 userDrawn="true">
          <p15:clr>
            <a:srgbClr val="A4A3A4"/>
          </p15:clr>
        </p15:guide>
        <p15:guide id="2" pos="3839" userDrawn="true">
          <p15:clr>
            <a:srgbClr val="A4A3A4"/>
          </p15:clr>
        </p15:guide>
      </p15:sldGuideLst>
    </p:ext>
  </p:extLst>
</p:presentation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</a:tblStyleLst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notesMaster" Target="notesMasters/notesMaster1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3" Type="http://schemas.openxmlformats.org/officeDocument/2006/relationships/tableStyles" Target="tableStyles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true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false"/>
          <a:lstStyle>
            <a:lvl1pPr algn="l">
              <a:defRPr sz="1200"/>
            </a:lvl1pPr>
          </a:lstStyle>
          <a:p>
            <a:pPr/>
            <a:endParaRPr lang="zh-CN" altLang="en-US"/>
          </a:p>
        </p:txBody>
      </p:sp>
      <p:sp>
        <p:nvSpPr>
          <p:cNvPr id="3" name="日期占位符 2"/>
          <p:cNvSpPr>
            <a:spLocks noGrp="true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false"/>
          <a:lstStyle>
            <a:lvl1pPr algn="r">
              <a:defRPr sz="1200"/>
            </a:lvl1pPr>
          </a:lstStyle>
          <a:p>
            <a:pPr/>
            <a:fld id="{9A3BDB15-99E8-4A15-983D-631A23F51713}" type="datetimeFigureOut">
              <a:rPr lang="zh-CN" altLang="en-US" smtClean="false"/>
              <a:t>2025/9/24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true" noRot="true" noChangeAspect="true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false" anchor="ctr"/>
          <a:lstStyle/>
          <a:p>
            <a:pPr/>
            <a:endParaRPr lang="zh-CN" altLang="en-US"/>
          </a:p>
        </p:txBody>
      </p:sp>
      <p:sp>
        <p:nvSpPr>
          <p:cNvPr id="5" name="备注占位符 4"/>
          <p:cNvSpPr>
            <a:spLocks noGrp="true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false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6" name="页脚占位符 5"/>
          <p:cNvSpPr>
            <a:spLocks noGrp="true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false" anchor="b"/>
          <a:lstStyle>
            <a:lvl1pPr algn="l">
              <a:defRPr sz="1200"/>
            </a:lvl1pPr>
          </a:lstStyle>
          <a:p>
            <a:pPr/>
            <a:endParaRPr lang="zh-CN" altLang="en-US"/>
          </a:p>
        </p:txBody>
      </p:sp>
      <p:sp>
        <p:nvSpPr>
          <p:cNvPr id="7" name="灯片编号占位符 6"/>
          <p:cNvSpPr>
            <a:spLocks noGrp="true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false" anchor="b"/>
          <a:lstStyle>
            <a:lvl1pPr algn="r">
              <a:defRPr sz="1200"/>
            </a:lvl1pPr>
          </a:lstStyle>
          <a:p>
            <a:pPr/>
            <a:fld id="{5FA1E246-D11B-4A47-A5CA-1A6BCB718EFD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 xmlns:p14="http://schemas.microsoft.com/office/powerpoint/2010/main" xmlns:mc="http://schemas.openxmlformats.org/markup-compatibility/2006" type="title" mc:Ignorable="p14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3" name="副标题 2"/>
          <p:cNvSpPr>
            <a:spLocks noGrp="true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zh-CN" altLang="en-US"/>
              <a:t>单击此处编辑母版副标题样式</a:t>
            </a:r>
            <a:endParaRPr/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30820CF-B880-4189-942D-D702A7CBA730}" type="datetimeFigureOut">
              <a:rPr lang="zh-CN" altLang="en-US" smtClean="false"/>
              <a:t>2025/9/24</a:t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0C913308-F349-4B6D-A68A-DD1791B4A57B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Requires="p14">
      <p:transition spd="slow" p14:dur="1500">
        <p:random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p="http://schemas.openxmlformats.org/presentationml/2006/main" xmlns:a="http://schemas.openxmlformats.org/drawingml/2006/main" xmlns:p14="http://schemas.microsoft.com/office/powerpoint/2010/main" xmlns:mc="http://schemas.openxmlformats.org/markup-compatibility/2006" type="obj" mc:Ignorable="p14">
  <p:cSld name="标题和内容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9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10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30820CF-B880-4189-942D-D702A7CBA730}" type="datetimeFigureOut">
              <a:rPr lang="zh-CN" altLang="en-US" smtClean="false"/>
              <a:t>2025/9/24</a:t>
            </a:fld>
            <a:endParaRPr lang="zh-CN" altLang="en-US"/>
          </a:p>
        </p:txBody>
      </p:sp>
      <p:sp>
        <p:nvSpPr>
          <p:cNvPr id="11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12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0C913308-F349-4B6D-A68A-DD1791B4A57B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Requires="p14">
      <p:transition spd="slow" p14:dur="1500">
        <p:random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p="http://schemas.openxmlformats.org/presentationml/2006/main" xmlns:a="http://schemas.openxmlformats.org/drawingml/2006/main" xmlns:p14="http://schemas.microsoft.com/office/powerpoint/2010/main" xmlns:mc="http://schemas.openxmlformats.org/markup-compatibility/2006" type="secHead" mc:Ignorable="p14">
  <p:cSld name="节标题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标题 1"/>
          <p:cNvSpPr>
            <a:spLocks noGrp="true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26" name="文本占位符 2"/>
          <p:cNvSpPr>
            <a:spLocks noGrp="true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27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30820CF-B880-4189-942D-D702A7CBA730}" type="datetimeFigureOut">
              <a:rPr lang="zh-CN" altLang="en-US" smtClean="false"/>
              <a:t>2025/9/24</a:t>
            </a:fld>
            <a:endParaRPr lang="zh-CN" altLang="en-US"/>
          </a:p>
        </p:txBody>
      </p:sp>
      <p:sp>
        <p:nvSpPr>
          <p:cNvPr id="28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29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0C913308-F349-4B6D-A68A-DD1791B4A57B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Requires="p14">
      <p:transition spd="slow" p14:dur="1500">
        <p:random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p="http://schemas.openxmlformats.org/presentationml/2006/main" xmlns:a="http://schemas.openxmlformats.org/drawingml/2006/main" xmlns:p14="http://schemas.microsoft.com/office/powerpoint/2010/main" xmlns:mc="http://schemas.openxmlformats.org/markup-compatibility/2006" type="twoObj" mc:Ignorable="p14">
  <p:cSld name="两栏内容"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32" name="内容占位符 2"/>
          <p:cNvSpPr>
            <a:spLocks noGrp="true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33" name="内容占位符 3"/>
          <p:cNvSpPr>
            <a:spLocks noGrp="true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34" name="日期占位符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30820CF-B880-4189-942D-D702A7CBA730}" type="datetimeFigureOut">
              <a:rPr lang="zh-CN" altLang="en-US" smtClean="false"/>
              <a:t>2025/9/24</a:t>
            </a:fld>
            <a:endParaRPr lang="zh-CN" altLang="en-US"/>
          </a:p>
        </p:txBody>
      </p:sp>
      <p:sp>
        <p:nvSpPr>
          <p:cNvPr id="35" name="页脚占位符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36" name="灯片编号占位符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0C913308-F349-4B6D-A68A-DD1791B4A57B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Requires="p14">
      <p:transition spd="slow" p14:dur="1500">
        <p:random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p="http://schemas.openxmlformats.org/presentationml/2006/main" xmlns:a="http://schemas.openxmlformats.org/drawingml/2006/main" xmlns:p14="http://schemas.microsoft.com/office/powerpoint/2010/main" xmlns:mc="http://schemas.openxmlformats.org/markup-compatibility/2006" type="twoTxTwoObj" mc:Ignorable="p14">
  <p:cSld name="比较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39" name="文本占位符 2"/>
          <p:cNvSpPr>
            <a:spLocks noGrp="true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40" name="内容占位符 3"/>
          <p:cNvSpPr>
            <a:spLocks noGrp="true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41" name="文本占位符 4"/>
          <p:cNvSpPr>
            <a:spLocks noGrp="true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42" name="内容占位符 5"/>
          <p:cNvSpPr>
            <a:spLocks noGrp="true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43" name="日期占位符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30820CF-B880-4189-942D-D702A7CBA730}" type="datetimeFigureOut">
              <a:rPr lang="zh-CN" altLang="en-US" smtClean="false"/>
              <a:t>2025/9/24</a:t>
            </a:fld>
            <a:endParaRPr lang="zh-CN" altLang="en-US"/>
          </a:p>
        </p:txBody>
      </p:sp>
      <p:sp>
        <p:nvSpPr>
          <p:cNvPr id="44" name="页脚占位符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45" name="灯片编号占位符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0C913308-F349-4B6D-A68A-DD1791B4A57B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Requires="p14">
      <p:transition spd="slow" p14:dur="1500">
        <p:random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p="http://schemas.openxmlformats.org/presentationml/2006/main" xmlns:a="http://schemas.openxmlformats.org/drawingml/2006/main" xmlns:p14="http://schemas.microsoft.com/office/powerpoint/2010/main" xmlns:mc="http://schemas.openxmlformats.org/markup-compatibility/2006" type="titleOnly" mc:Ignorable="p14">
  <p:cSld name="仅标题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48" name="日期占位符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30820CF-B880-4189-942D-D702A7CBA730}" type="datetimeFigureOut">
              <a:rPr lang="zh-CN" altLang="en-US" smtClean="false"/>
              <a:t>2025/9/24</a:t>
            </a:fld>
            <a:endParaRPr lang="zh-CN" altLang="en-US"/>
          </a:p>
        </p:txBody>
      </p:sp>
      <p:sp>
        <p:nvSpPr>
          <p:cNvPr id="49" name="页脚占位符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50" name="灯片编号占位符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0C913308-F349-4B6D-A68A-DD1791B4A57B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Requires="p14">
      <p:transition spd="slow" p14:dur="1500">
        <p:random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p="http://schemas.openxmlformats.org/presentationml/2006/main" xmlns:a="http://schemas.openxmlformats.org/drawingml/2006/main" xmlns:p14="http://schemas.microsoft.com/office/powerpoint/2010/main" xmlns:mc="http://schemas.openxmlformats.org/markup-compatibility/2006" type="blank" mc:Ignorable="p14">
  <p:cSld name="空白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日期占位符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30820CF-B880-4189-942D-D702A7CBA730}" type="datetimeFigureOut">
              <a:rPr lang="zh-CN" altLang="en-US" smtClean="false"/>
              <a:t>2025/9/24</a:t>
            </a:fld>
            <a:endParaRPr lang="zh-CN" altLang="en-US"/>
          </a:p>
        </p:txBody>
      </p:sp>
      <p:sp>
        <p:nvSpPr>
          <p:cNvPr id="53" name="页脚占位符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54" name="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0C913308-F349-4B6D-A68A-DD1791B4A57B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Requires="p14">
      <p:transition spd="slow" p14:dur="1500">
        <p:random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p="http://schemas.openxmlformats.org/presentationml/2006/main" xmlns:a="http://schemas.openxmlformats.org/drawingml/2006/main" xmlns:p14="http://schemas.microsoft.com/office/powerpoint/2010/main" xmlns:mc="http://schemas.openxmlformats.org/markup-compatibility/2006" type="objTx" mc:Ignorable="p14">
  <p:cSld name="内容与标题"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标题 1"/>
          <p:cNvSpPr>
            <a:spLocks noGrp="true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57" name="内容占位符 2"/>
          <p:cNvSpPr>
            <a:spLocks noGrp="true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58" name="文本占位符 3"/>
          <p:cNvSpPr>
            <a:spLocks noGrp="true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59" name="日期占位符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30820CF-B880-4189-942D-D702A7CBA730}" type="datetimeFigureOut">
              <a:rPr lang="zh-CN" altLang="en-US" smtClean="false"/>
              <a:t>2025/9/24</a:t>
            </a:fld>
            <a:endParaRPr lang="zh-CN" altLang="en-US"/>
          </a:p>
        </p:txBody>
      </p:sp>
      <p:sp>
        <p:nvSpPr>
          <p:cNvPr id="60" name="页脚占位符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61" name="灯片编号占位符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0C913308-F349-4B6D-A68A-DD1791B4A57B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Requires="p14">
      <p:transition spd="slow" p14:dur="1500">
        <p:random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p="http://schemas.openxmlformats.org/presentationml/2006/main" xmlns:a="http://schemas.openxmlformats.org/drawingml/2006/main" xmlns:p14="http://schemas.microsoft.com/office/powerpoint/2010/main" xmlns:mc="http://schemas.openxmlformats.org/markup-compatibility/2006" type="picTx" mc:Ignorable="p14">
  <p:cSld name="图片与标题"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标题 1"/>
          <p:cNvSpPr>
            <a:spLocks noGrp="true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64" name="图片占位符 2"/>
          <p:cNvSpPr>
            <a:spLocks noGrp="true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zh-CN" altLang="en-US"/>
          </a:p>
        </p:txBody>
      </p:sp>
      <p:sp>
        <p:nvSpPr>
          <p:cNvPr id="65" name="文本占位符 3"/>
          <p:cNvSpPr>
            <a:spLocks noGrp="true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66" name="日期占位符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30820CF-B880-4189-942D-D702A7CBA730}" type="datetimeFigureOut">
              <a:rPr lang="zh-CN" altLang="en-US" smtClean="false"/>
              <a:t>2025/9/24</a:t>
            </a:fld>
            <a:endParaRPr lang="zh-CN" altLang="en-US"/>
          </a:p>
        </p:txBody>
      </p:sp>
      <p:sp>
        <p:nvSpPr>
          <p:cNvPr id="67" name="页脚占位符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68" name="灯片编号占位符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0C913308-F349-4B6D-A68A-DD1791B4A57B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Requires="p14">
      <p:transition spd="slow" p14:dur="1500">
        <p:random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p="http://schemas.openxmlformats.org/presentationml/2006/main" xmlns:a="http://schemas.openxmlformats.org/drawingml/2006/main" xmlns:p14="http://schemas.microsoft.com/office/powerpoint/2010/main" xmlns:mc="http://schemas.openxmlformats.org/markup-compatibility/2006" type="vertTx" mc:Ignorable="p14">
  <p:cSld name="标题和竖排文字"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71" name="竖排文字占位符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72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30820CF-B880-4189-942D-D702A7CBA730}" type="datetimeFigureOut">
              <a:rPr lang="zh-CN" altLang="en-US" smtClean="false"/>
              <a:t>2025/9/24</a:t>
            </a:fld>
            <a:endParaRPr lang="zh-CN" altLang="en-US"/>
          </a:p>
        </p:txBody>
      </p:sp>
      <p:sp>
        <p:nvSpPr>
          <p:cNvPr id="73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74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0C913308-F349-4B6D-A68A-DD1791B4A57B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Requires="p14">
      <p:transition spd="slow" p14:dur="1500">
        <p:random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p="http://schemas.openxmlformats.org/presentationml/2006/main" xmlns:a="http://schemas.openxmlformats.org/drawingml/2006/main" xmlns:p14="http://schemas.microsoft.com/office/powerpoint/2010/main" xmlns:mc="http://schemas.openxmlformats.org/markup-compatibility/2006" type="vertTitleAndTx" mc:Ignorable="p14">
  <p:cSld name="垂直排列标题与文本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true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15" name="竖排文字占位符 2"/>
          <p:cNvSpPr>
            <a:spLocks noGrp="true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16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30820CF-B880-4189-942D-D702A7CBA730}" type="datetimeFigureOut">
              <a:rPr lang="zh-CN" altLang="en-US" smtClean="false"/>
              <a:t>2025/9/24</a:t>
            </a:fld>
            <a:endParaRPr lang="zh-CN" altLang="en-US"/>
          </a:p>
        </p:txBody>
      </p:sp>
      <p:sp>
        <p:nvSpPr>
          <p:cNvPr id="17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18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0C913308-F349-4B6D-A68A-DD1791B4A57B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Requires="p14">
      <p:transition spd="slow" p14:dur="1500">
        <p:random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p="http://schemas.openxmlformats.org/presentationml/2006/main" xmlns:a="http://schemas.openxmlformats.org/drawingml/2006/main" type="tx">
  <p:cSld name="标题与项目符号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幻灯片标题"/>
          <p:cNvSpPr txBox="true">
            <a:spLocks noGrp="true"/>
          </p:cNvSpPr>
          <p:nvPr>
            <p:ph type="title" hasCustomPrompt="tru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/>
              <a:t>幻灯片标题</a:t>
            </a:r>
            <a:endParaRPr/>
          </a:p>
        </p:txBody>
      </p:sp>
      <p:sp>
        <p:nvSpPr>
          <p:cNvPr id="21" name="幻灯片副标题"/>
          <p:cNvSpPr txBox="true">
            <a:spLocks noGrp="true"/>
          </p:cNvSpPr>
          <p:nvPr>
            <p:ph type="body" sz="quarter" idx="21" hasCustomPrompt="true"/>
          </p:nvPr>
        </p:nvSpPr>
        <p:spPr>
          <a:xfrm>
            <a:off x="603250" y="1186481"/>
            <a:ext cx="10985500" cy="4673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ct val="1"/>
              </a:spcBef>
              <a:buSzTx/>
              <a:buNone/>
              <a:defRPr sz="2420" b="true"/>
            </a:lvl1pPr>
          </a:lstStyle>
          <a:p>
            <a:pPr/>
            <a:r>
              <a:rPr/>
              <a:t>幻灯片副标题</a:t>
            </a:r>
            <a:endParaRPr/>
          </a:p>
        </p:txBody>
      </p:sp>
      <p:sp>
        <p:nvSpPr>
          <p:cNvPr id="22" name="正文级别 1…"/>
          <p:cNvSpPr txBox="true">
            <a:spLocks noGrp="true"/>
          </p:cNvSpPr>
          <p:nvPr>
            <p:ph type="body" idx="1" hasCustomPrompt="tru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/>
              <a:t>幻灯片项目符号文本</a:t>
            </a:r>
            <a:endParaRPr/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3" name="幻灯片编号"/>
          <p:cNvSpPr txBox="true">
            <a:spLocks noGrp="true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<Relationships xmlns="http://schemas.openxmlformats.org/package/2006/relationships"><Relationship Id="rId4" Type="http://schemas.openxmlformats.org/officeDocument/2006/relationships/slideLayout" Target="../slideLayouts/slideLayout5.xml" /><Relationship Id="rId0" Type="http://schemas.openxmlformats.org/officeDocument/2006/relationships/slideLayout" Target="../slideLayouts/slideLayout1.xml" /><Relationship Id="rId2" Type="http://schemas.openxmlformats.org/officeDocument/2006/relationships/slideLayout" Target="../slideLayouts/slideLayout3.xml" /><Relationship Id="rId1" Type="http://schemas.openxmlformats.org/officeDocument/2006/relationships/slideLayout" Target="../slideLayouts/slideLayout2.xml" /><Relationship Id="rId10" Type="http://schemas.openxmlformats.org/officeDocument/2006/relationships/slideLayout" Target="../slideLayouts/slideLayout11.xml" /><Relationship Id="rId11" Type="http://schemas.openxmlformats.org/officeDocument/2006/relationships/slideLayout" Target="../slideLayouts/slideLayout12.xml" /><Relationship Id="rId12" Type="http://schemas.openxmlformats.org/officeDocument/2006/relationships/theme" Target="../theme/theme1.xml" /><Relationship Id="rId3" Type="http://schemas.openxmlformats.org/officeDocument/2006/relationships/slideLayout" Target="../slideLayouts/slideLayout4.xml" /><Relationship Id="rId5" Type="http://schemas.openxmlformats.org/officeDocument/2006/relationships/slideLayout" Target="../slideLayouts/slideLayout6.xml" /><Relationship Id="rId6" Type="http://schemas.openxmlformats.org/officeDocument/2006/relationships/slideLayout" Target="../slideLayouts/slideLayout7.xml" /><Relationship Id="rId7" Type="http://schemas.openxmlformats.org/officeDocument/2006/relationships/slideLayout" Target="../slideLayouts/slideLayout8.xml" /><Relationship Id="rId8" Type="http://schemas.openxmlformats.org/officeDocument/2006/relationships/slideLayout" Target="../slideLayouts/slideLayout9.xml" /><Relationship Id="rId9" Type="http://schemas.openxmlformats.org/officeDocument/2006/relationships/slideLayout" Target="../slideLayouts/slideLayout10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 xmlns:p14="http://schemas.microsoft.com/office/powerpoint/2010/main" xmlns:mc="http://schemas.openxmlformats.org/markup-compatibility/2006" mc:Ignorable="p14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true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3" name="文本占位符 2"/>
          <p:cNvSpPr>
            <a:spLocks noGrp="true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30820CF-B880-4189-942D-D702A7CBA730}" type="datetimeFigureOut">
              <a:rPr lang="zh-CN" altLang="en-US" smtClean="false"/>
              <a:t>2025/9/24</a:t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0C913308-F349-4B6D-A68A-DD1791B4A57B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mc:AlternateContent xmlns:mc="http://schemas.openxmlformats.org/markup-compatibility/2006">
    <mc:Choice Requires="p14">
      <p:transition spd="slow" p14:dur="1500">
        <p:random/>
      </p:transition>
    </mc:Choice>
    <mc:Fallback>
      <p:transition spd="slow">
        <p:fade/>
      </p:transition>
    </mc:Fallback>
  </mc:AlternateContent>
  <p:txStyles>
    <p:titleStyle>
      <a:lvl1pPr algn="ctr" defTabSz="9144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false" eaLnBrk="true" latinLnBrk="false" hangingPunct="true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false" eaLnBrk="true" latinLnBrk="false" hangingPunct="true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false" eaLnBrk="true" latinLnBrk="false" hangingPunct="true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false" eaLnBrk="true" latinLnBrk="false" hangingPunct="true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false" eaLnBrk="true" latinLnBrk="false" hangingPunct="true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false" eaLnBrk="true" latinLnBrk="false" hangingPunct="true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false" eaLnBrk="true" latinLnBrk="false" hangingPunct="true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false" eaLnBrk="true" latinLnBrk="false" hangingPunct="true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false" eaLnBrk="true" latinLnBrk="false" hangingPunct="true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Relationship Id="rId3" Type="http://schemas.openxmlformats.org/officeDocument/2006/relationships/image" Target="media/image3.png" /><Relationship Id="rId2" Type="http://schemas.openxmlformats.org/officeDocument/2006/relationships/image" Target="media/image2.png" 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 xmlns:p14="http://schemas.microsoft.com/office/powerpoint/2010/main" xmlns:mc="http://schemas.openxmlformats.org/markup-compatibility/2006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2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像" descr="图像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59499"/>
            <a:ext cx="12192001" cy="106746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演示文稿标题文字微软雅黑粗体48"/>
          <p:cNvSpPr txBox="true"/>
          <p:nvPr/>
        </p:nvSpPr>
        <p:spPr>
          <a:xfrm>
            <a:off x="987107" y="2377711"/>
            <a:ext cx="10223500" cy="793750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 anchor="ctr">
            <a:spAutoFit/>
          </a:bodyPr>
          <a:lstStyle>
            <a:lvl1pPr>
              <a:defRPr sz="6000">
                <a:solidFill>
                  <a:srgbClr val="FFFFFF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  <a:sym typeface="MiSans Heavy" panose="00000A00000000000000" charset="-122"/>
              </a:defRPr>
            </a:lvl1pPr>
          </a:lstStyle>
          <a:p>
            <a:pPr algn="ctr"/>
            <a:r>
              <a:rPr lang="zh-CN" sz="4800" b="true">
                <a:latin typeface="微软雅黑"/>
                <a:ea typeface="微软雅黑"/>
                <a:cs typeface="微软雅黑"/>
                <a:sym typeface="思源宋体 Heavy"/>
              </a:rPr>
              <a:t>三视图规律探究实验</a:t>
            </a:r>
            <a:endParaRPr/>
          </a:p>
        </p:txBody>
      </p:sp>
      <p:sp>
        <p:nvSpPr>
          <p:cNvPr id="5" name="学校：XXXXXXXXX"/>
          <p:cNvSpPr txBox="true"/>
          <p:nvPr/>
        </p:nvSpPr>
        <p:spPr>
          <a:xfrm>
            <a:off x="4223792" y="3559078"/>
            <a:ext cx="4406900" cy="419100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 anchor="ctr">
            <a:spAutoFit/>
          </a:bodyPr>
          <a:lstStyle>
            <a:lvl1pPr>
              <a:defRPr sz="6000">
                <a:solidFill>
                  <a:srgbClr val="FFFFFF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  <a:sym typeface="MiSans Heavy" panose="00000A00000000000000" charset="-122"/>
              </a:defRPr>
            </a:lvl1pPr>
          </a:lstStyle>
          <a:p>
            <a:pPr/>
            <a:r>
              <a:rPr lang="zh-CN" sz="2400">
                <a:latin typeface="微软雅黑"/>
                <a:ea typeface="微软雅黑"/>
                <a:cs typeface="微软雅黑"/>
                <a:sym typeface="思源宋体 Heavy"/>
              </a:rPr>
              <a:t>      王华军（江苏省东台中学）</a:t>
            </a:r>
            <a:endParaRPr/>
          </a:p>
        </p:txBody>
      </p:sp>
      <p:sp>
        <p:nvSpPr>
          <p:cNvPr id="6" name="学校：XXXXXXXXX"/>
          <p:cNvSpPr txBox="true"/>
          <p:nvPr/>
        </p:nvSpPr>
        <p:spPr>
          <a:xfrm>
            <a:off x="6400919" y="409762"/>
            <a:ext cx="5400599" cy="419735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 anchor="ctr">
            <a:spAutoFit/>
          </a:bodyPr>
          <a:lstStyle>
            <a:lvl1pPr>
              <a:defRPr sz="6000">
                <a:solidFill>
                  <a:srgbClr val="FFFFFF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  <a:sym typeface="MiSans Heavy" panose="00000A00000000000000" charset="-122"/>
              </a:defRPr>
            </a:lvl1pPr>
          </a:lstStyle>
          <a:p>
            <a:pPr algn="r"/>
            <a:r>
              <a:rPr lang="en-US" altLang="zh-CN" sz="2400" dirty="false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 Heavy" panose="02020900000000000000" charset="-122"/>
              </a:rPr>
              <a:t>2025</a:t>
            </a:r>
            <a:r>
              <a:rPr lang="zh-CN" altLang="en-US" sz="2400" dirty="false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宋体 Heavy" panose="02020900000000000000" charset="-122"/>
              </a:rPr>
              <a:t>年中小学实验教学能力展示活动</a:t>
            </a:r>
            <a:endParaRPr/>
          </a:p>
        </p:txBody>
      </p:sp>
      <p:sp>
        <p:nvSpPr>
          <p:cNvPr id="7" name="演示文稿标题文字微软雅黑粗体48"/>
          <p:cNvSpPr txBox="true"/>
          <p:nvPr/>
        </p:nvSpPr>
        <p:spPr>
          <a:xfrm rot="0" flipH="false" flipV="false">
            <a:off x="335360" y="1068091"/>
            <a:ext cx="4402582" cy="787400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 anchor="ctr">
            <a:spAutoFit/>
          </a:bodyPr>
          <a:lstStyle>
            <a:lvl1pPr>
              <a:defRPr sz="6000">
                <a:solidFill>
                  <a:srgbClr val="FFFFFF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  <a:sym typeface="MiSans Heavy" panose="00000A00000000000000" charset="-122"/>
              </a:defRPr>
            </a:lvl1pPr>
          </a:lstStyle>
          <a:p>
            <a:pPr algn="ctr"/>
            <a:r>
              <a:rPr lang="zh-CN" sz="4800" b="true">
                <a:latin typeface="微软雅黑"/>
                <a:ea typeface="微软雅黑"/>
                <a:cs typeface="微软雅黑"/>
                <a:sym typeface="思源宋体 Heavy"/>
              </a:rPr>
              <a:t>高中通用技术</a:t>
            </a:r>
            <a:endParaRPr/>
          </a:p>
        </p:txBody>
      </p:sp>
      <p:pic>
        <p:nvPicPr>
          <p:cNvPr id="8" name="图片 7" descr="Frame 927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" y="4759325"/>
            <a:ext cx="5422265" cy="1089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Requires="p14">
      <p:transition p14:dur="0"/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2025-11-08T17:55:03Z</dcterms:created>
  <dcterms:modified xsi:type="dcterms:W3CDTF">2025-11-08T17:55:03Z</dcterms:modified>
</cp:coreProperties>
</file>