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35" r:id="rId2"/>
    <p:sldId id="257" r:id="rId3"/>
    <p:sldId id="312" r:id="rId4"/>
    <p:sldId id="307" r:id="rId5"/>
    <p:sldId id="330" r:id="rId6"/>
    <p:sldId id="331" r:id="rId7"/>
    <p:sldId id="313" r:id="rId8"/>
    <p:sldId id="309" r:id="rId9"/>
    <p:sldId id="314" r:id="rId10"/>
    <p:sldId id="332" r:id="rId11"/>
    <p:sldId id="315" r:id="rId12"/>
    <p:sldId id="333" r:id="rId13"/>
    <p:sldId id="316" r:id="rId14"/>
    <p:sldId id="334" r:id="rId15"/>
    <p:sldId id="302" r:id="rId16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2AB"/>
    <a:srgbClr val="395CA5"/>
    <a:srgbClr val="08AAF2"/>
    <a:srgbClr val="BAD5EE"/>
    <a:srgbClr val="B7DEE7"/>
    <a:srgbClr val="E1F1F5"/>
    <a:srgbClr val="93CDDB"/>
    <a:srgbClr val="399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35" autoAdjust="0"/>
  </p:normalViewPr>
  <p:slideViewPr>
    <p:cSldViewPr showGuides="1">
      <p:cViewPr varScale="1">
        <p:scale>
          <a:sx n="66" d="100"/>
          <a:sy n="66" d="100"/>
        </p:scale>
        <p:origin x="110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BDB15-99E8-4A15-983D-631A23F51713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1E246-D11B-4A47-A5CA-1A6BCB718E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ct val="0"/>
              </a:spcBef>
              <a:buSzTx/>
              <a:buNone/>
              <a:defRPr sz="242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4" name="演示文稿标题文字微软雅黑粗体48"/>
          <p:cNvSpPr txBox="1"/>
          <p:nvPr/>
        </p:nvSpPr>
        <p:spPr>
          <a:xfrm>
            <a:off x="987107" y="2377711"/>
            <a:ext cx="10217785" cy="78996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题目</a:t>
            </a:r>
            <a:endParaRPr sz="4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Heavy" panose="02020900000000000000" charset="-122"/>
            </a:endParaRPr>
          </a:p>
        </p:txBody>
      </p:sp>
      <p:sp>
        <p:nvSpPr>
          <p:cNvPr id="166" name="学校：XXXXXXXXX"/>
          <p:cNvSpPr txBox="1"/>
          <p:nvPr/>
        </p:nvSpPr>
        <p:spPr>
          <a:xfrm>
            <a:off x="4223792" y="3555903"/>
            <a:ext cx="4402559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      教师姓名（学校名称）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Heavy" panose="02020900000000000000" charset="-122"/>
            </a:endParaRPr>
          </a:p>
        </p:txBody>
      </p:sp>
      <p:sp>
        <p:nvSpPr>
          <p:cNvPr id="5" name="学校：XXXXXXXXX"/>
          <p:cNvSpPr txBox="1"/>
          <p:nvPr/>
        </p:nvSpPr>
        <p:spPr>
          <a:xfrm>
            <a:off x="6400919" y="409762"/>
            <a:ext cx="5400599" cy="41973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2025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年中小学实验教学能力展示活动</a:t>
            </a:r>
          </a:p>
        </p:txBody>
      </p:sp>
      <p:sp>
        <p:nvSpPr>
          <p:cNvPr id="7" name="演示文稿标题文字微软雅黑粗体48"/>
          <p:cNvSpPr txBox="1"/>
          <p:nvPr/>
        </p:nvSpPr>
        <p:spPr>
          <a:xfrm>
            <a:off x="335360" y="1066811"/>
            <a:ext cx="2664296" cy="78996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高中化学</a:t>
            </a:r>
            <a:endParaRPr sz="4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Heavy" panose="02020900000000000000" charset="-122"/>
            </a:endParaRPr>
          </a:p>
        </p:txBody>
      </p:sp>
      <p:pic>
        <p:nvPicPr>
          <p:cNvPr id="8" name="图片 7" descr="Frame 92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" y="4759325"/>
            <a:ext cx="5422265" cy="1089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559748" y="1152884"/>
            <a:ext cx="5687537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实验基本信息</a:t>
            </a: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实验设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计思路与创新点</a:t>
            </a: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实验原理</a:t>
            </a: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实验目标</a:t>
            </a: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05.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教学过程</a:t>
            </a: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06. </a:t>
            </a:r>
            <a:r>
              <a:rPr lang="zh-CN" altLang="en-US" sz="2800" b="1" dirty="0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实验效果评价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055370" y="1051560"/>
            <a:ext cx="8568690" cy="4277995"/>
          </a:xfrm>
          <a:prstGeom prst="roundRect">
            <a:avLst>
              <a:gd name="adj" fmla="val 7175"/>
            </a:avLst>
          </a:prstGeom>
          <a:noFill/>
          <a:ln w="12700">
            <a:solidFill>
              <a:srgbClr val="08AA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1242AB"/>
                </a:solidFill>
              </a:rPr>
              <a:t>                  </a:t>
            </a:r>
          </a:p>
        </p:txBody>
      </p:sp>
      <p:pic>
        <p:nvPicPr>
          <p:cNvPr id="162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图片 4" descr="Frame 9278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490" y="424740"/>
            <a:ext cx="1612860" cy="324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实验基本信息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01</a:t>
            </a: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5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6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lang="zh-CN" altLang="en-US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标题文字微软雅黑</a:t>
              </a:r>
              <a:r>
                <a:rPr lang="en-US" altLang="zh-CN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24</a:t>
              </a: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8" name="图片 7" descr="Frame 9278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实验设计思路与创新点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02</a:t>
            </a: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5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6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lang="zh-CN" altLang="en-US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标题文字微软雅黑</a:t>
              </a:r>
              <a:r>
                <a:rPr lang="en-US" altLang="zh-CN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24</a:t>
              </a: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8" name="图片 7" descr="Frame 9278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实验原理</a:t>
            </a:r>
            <a:r>
              <a:rPr lang="en-US" altLang="zh-CN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实验设计思路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03</a:t>
            </a: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5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6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lang="zh-CN" altLang="en-US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标题文字微软雅黑</a:t>
              </a:r>
              <a:r>
                <a:rPr lang="en-US" altLang="zh-CN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24</a:t>
              </a: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" name="图片 2" descr="Frame 9278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实验教学目标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04</a:t>
            </a: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5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6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lang="zh-CN" altLang="en-US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标题文字微软雅黑</a:t>
              </a:r>
              <a:r>
                <a:rPr lang="en-US" altLang="zh-CN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24</a:t>
              </a: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" name="图片 2" descr="Frame 9278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实验教学过程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05</a:t>
            </a: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5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6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lang="zh-CN" altLang="en-US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标题文字微软雅黑</a:t>
              </a:r>
              <a:r>
                <a:rPr lang="en-US" altLang="zh-CN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24</a:t>
              </a: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" name="图片 2" descr="Frame 9278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1" spc="5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实验效果评价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fontAlgn="auto" hangingPunct="0"/>
            <a:r>
              <a:rPr lang="en-US" altLang="zh-CN" sz="7200" b="1" dirty="0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06</a:t>
            </a:r>
          </a:p>
        </p:txBody>
      </p:sp>
      <p:pic>
        <p:nvPicPr>
          <p:cNvPr id="2" name="图片 1" descr="1 说课活动延展物料-17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4" name="图片 3" descr="1 说课活动延展物料-18"/>
          <p:cNvPicPr>
            <a:picLocks noChangeAspect="1"/>
          </p:cNvPicPr>
          <p:nvPr/>
        </p:nvPicPr>
        <p:blipFill>
          <a:blip r:embed="rId5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6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像" descr="图像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2" name="幻灯片副标题"/>
            <p:cNvSpPr txBox="1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0">
              <a:noAutofit/>
            </a:bodyPr>
            <a:lstStyle>
              <a:lvl1pPr marL="0" indent="0" algn="l" defTabSz="726440" rtl="0" eaLnBrk="1" latinLnBrk="0" hangingPunct="1">
                <a:lnSpc>
                  <a:spcPct val="100000"/>
                </a:lnSpc>
                <a:spcBef>
                  <a:spcPct val="0"/>
                </a:spcBef>
                <a:buSzTx/>
                <a:buFont typeface="Arial" panose="020B0604020202020204" pitchFamily="34" charset="0"/>
                <a:buNone/>
                <a:defRPr sz="242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>
                  <a:solidFill>
                    <a:srgbClr val="005493"/>
                  </a:solidFill>
                </a:defRPr>
              </a:pPr>
              <a:r>
                <a:rPr lang="zh-CN" altLang="en-US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标题文字微软雅黑</a:t>
              </a:r>
              <a:r>
                <a:rPr lang="en-US" altLang="zh-CN" sz="2400">
                  <a:solidFill>
                    <a:srgbClr val="00B0F0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</a:rPr>
                <a:t>24</a:t>
              </a:r>
            </a:p>
          </p:txBody>
        </p:sp>
        <p:sp>
          <p:nvSpPr>
            <p:cNvPr id="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" name="图片 2" descr="Frame 9278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3" name="谢谢观看！"/>
          <p:cNvSpPr txBox="1"/>
          <p:nvPr/>
        </p:nvSpPr>
        <p:spPr>
          <a:xfrm>
            <a:off x="4758055" y="2564481"/>
            <a:ext cx="2675890" cy="140462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12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r>
              <a:rPr sz="8800" b="1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rPr>
              <a:t>谢谢</a:t>
            </a:r>
            <a:r>
              <a:rPr lang="en-US" sz="8800" b="1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rPr>
              <a:t>!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306888" y="4580255"/>
            <a:ext cx="3385185" cy="397510"/>
            <a:chOff x="1404" y="7524"/>
            <a:chExt cx="5331" cy="626"/>
          </a:xfrm>
        </p:grpSpPr>
        <p:pic>
          <p:nvPicPr>
            <p:cNvPr id="184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04" y="7624"/>
              <a:ext cx="427" cy="428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185" name="图像" descr="图像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5" y="7584"/>
              <a:ext cx="380" cy="507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86" name="2023.10"/>
            <p:cNvSpPr txBox="1"/>
            <p:nvPr/>
          </p:nvSpPr>
          <p:spPr>
            <a:xfrm>
              <a:off x="1916" y="7524"/>
              <a:ext cx="1884" cy="62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defRPr>
              </a:lvl1pPr>
            </a:lstStyle>
            <a:p>
              <a:r>
                <a:rPr sz="2250" dirty="0">
                  <a:latin typeface="微软雅黑" panose="020B0503020204020204" charset="-122"/>
                  <a:ea typeface="微软雅黑" panose="020B0503020204020204" charset="-122"/>
                  <a:cs typeface="思源宋体 Heavy" panose="02020900000000000000" charset="-122"/>
                  <a:sym typeface="思源宋体 Heavy" panose="02020900000000000000" charset="-122"/>
                </a:rPr>
                <a:t>202</a:t>
              </a:r>
              <a:r>
                <a:rPr lang="en-US" altLang="zh-CN" sz="2250" dirty="0">
                  <a:latin typeface="微软雅黑" panose="020B0503020204020204" charset="-122"/>
                  <a:ea typeface="微软雅黑" panose="020B0503020204020204" charset="-122"/>
                  <a:cs typeface="思源宋体 Heavy" panose="02020900000000000000" charset="-122"/>
                  <a:sym typeface="思源宋体 Heavy" panose="02020900000000000000" charset="-122"/>
                </a:rPr>
                <a:t>X</a:t>
              </a:r>
              <a:r>
                <a:rPr sz="2250" dirty="0">
                  <a:latin typeface="微软雅黑" panose="020B0503020204020204" charset="-122"/>
                  <a:ea typeface="微软雅黑" panose="020B0503020204020204" charset="-122"/>
                  <a:cs typeface="思源宋体 Heavy" panose="02020900000000000000" charset="-122"/>
                  <a:sym typeface="思源宋体 Heavy" panose="02020900000000000000" charset="-122"/>
                </a:rPr>
                <a:t>.</a:t>
              </a:r>
              <a:r>
                <a:rPr lang="en-US" altLang="zh-CN" sz="2250" dirty="0">
                  <a:latin typeface="微软雅黑" panose="020B0503020204020204" charset="-122"/>
                  <a:ea typeface="微软雅黑" panose="020B0503020204020204" charset="-122"/>
                  <a:cs typeface="思源宋体 Heavy" panose="02020900000000000000" charset="-122"/>
                  <a:sym typeface="思源宋体 Heavy" panose="02020900000000000000" charset="-122"/>
                </a:rPr>
                <a:t>XX</a:t>
              </a:r>
              <a:endParaRPr lang="en-US" sz="2250" dirty="0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endParaRPr>
            </a:p>
          </p:txBody>
        </p:sp>
        <p:sp>
          <p:nvSpPr>
            <p:cNvPr id="187" name="中国·天津"/>
            <p:cNvSpPr txBox="1"/>
            <p:nvPr/>
          </p:nvSpPr>
          <p:spPr>
            <a:xfrm>
              <a:off x="5051" y="7524"/>
              <a:ext cx="1684" cy="62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defRPr>
              </a:lvl1pPr>
            </a:lstStyle>
            <a:p>
              <a:r>
                <a:rPr sz="2250" dirty="0" err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宋体 Heavy" panose="02020900000000000000" charset="-122"/>
                </a:rPr>
                <a:t>中国·</a:t>
              </a:r>
              <a:r>
                <a:rPr lang="en-US" altLang="zh-CN" sz="2250" dirty="0" err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思源宋体 Heavy" panose="02020900000000000000" charset="-122"/>
                </a:rPr>
                <a:t>XX</a:t>
              </a:r>
              <a:endParaRPr lang="zh-CN" sz="22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endParaRPr>
            </a:p>
          </p:txBody>
        </p:sp>
      </p:grpSp>
      <p:pic>
        <p:nvPicPr>
          <p:cNvPr id="8" name="图片 7" descr="Frame 92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2658" y="1014730"/>
            <a:ext cx="5226685" cy="1049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000"/>
    </mc:Choice>
    <mc:Fallback xmlns="">
      <p:transition spd="slow" advTm="2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94ca813-14aa-4581-a14e-2fa762cb3fbe"/>
  <p:tag name="COMMONDATA" val="eyJoZGlkIjoiYTQxNTI5ODQyNDI5MzMzNzE3YWM1N2IzZDMzZTNlZ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8|0.7|0.9|0.7|4.8|0.9|1.1|1.2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8|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6|0.7|1|0.9|0.7|0.7|1|0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8|0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6|0.7|1|0.9|0.7|0.7|1|0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8|0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6|0.7|1|0.9|0.7|0.7|1|0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8|0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6|0.7|1|0.9|0.7|0.7|1|0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8|0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6|0.7|1|0.9|0.7|0.7|1|0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8|0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6|0.7|1|0.9|0.7|0.7|1|0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</Words>
  <Application>Microsoft Office PowerPoint</Application>
  <PresentationFormat>宽屏</PresentationFormat>
  <Paragraphs>32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微软雅黑</vt:lpstr>
      <vt:lpstr>微软雅黑 Light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亚培 鲍</cp:lastModifiedBy>
  <cp:revision>89</cp:revision>
  <dcterms:created xsi:type="dcterms:W3CDTF">2023-09-21T01:39:00Z</dcterms:created>
  <dcterms:modified xsi:type="dcterms:W3CDTF">2025-09-24T09:13:31Z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F1C87A54D12E41E2A67190CD9C8C6D5E_12</vt:lpwstr>
  </property>
  <property fmtid="{D5CDD505-2E9C-101B-9397-08002B2CF9AE}" pid="3" name="KSOProductBuildVer">
    <vt:lpwstr>2052-12.1.0.21915</vt:lpwstr>
  </property>
</Properties>
</file>